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2"/>
    <p:restoredTop sz="94658"/>
  </p:normalViewPr>
  <p:slideViewPr>
    <p:cSldViewPr snapToGrid="0">
      <p:cViewPr varScale="1">
        <p:scale>
          <a:sx n="120" d="100"/>
          <a:sy n="120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C8B75-D19F-92E5-2009-78B739636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5C77A-226D-8C6E-976E-CE5FE1C1C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A9344-CBFD-9D1D-9E54-77D13DAB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9AEA1-1961-5FAA-3215-40D7B76F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56009-F71B-C09C-165F-D3C26F10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28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F6BC-1A71-2BA2-F340-039FFA74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FE1E-A3E7-9F3E-25B4-09A36EC2F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64F3E-BF79-D182-EB49-7D20FC31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761DC-7FC6-C35D-9E4D-93C56BFB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3C349-A474-E561-AB8C-72720B47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1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9016-63A7-0D53-E2CE-F458BBDA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83AD2-4D44-9ECC-2FC9-EBDB42026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E83E6-CE1A-5810-F14C-C55A0FE64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F5B80-61CA-9655-85D5-E1B9D246C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D18AC-8F93-3EAF-37C1-906780AC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3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6BCA6-3373-88CB-D770-C51E09A4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55155-2E5E-C6D4-4DF3-4FB7215F5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E7847-BFE2-2972-5144-7FE6EA0E7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DCE05-47FF-5CF0-4521-008A36C24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4612F-592C-6487-13BA-FCF465A75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01531-92DD-BE9C-8465-D4ECC257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5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342D-2555-DA76-BBB1-A930DFCB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697D4-9E06-CD79-7DFA-CB44DAB2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35027-D3B3-46EE-E6B9-83B8BFA1B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4EA6D-5E93-9C17-2295-C8B0F9F13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A0916-1579-CDF8-E728-DA69EAB12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4F93D-29A7-3784-891F-583140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659317-0621-A0F8-3791-BBDE9DC5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60170-3037-51B3-50AE-01886A62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5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C08D9-9008-3836-9DC3-01E9443C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06F6D-7295-E72B-DBF2-B9C008FD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D0964-17F5-9DB3-C976-DCF7230A8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923D5-E53A-B5CF-705B-5FEF968A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21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09825-29BF-73BD-2DB7-14E22D92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37FAB-D999-99E8-EA1B-C3DB45F0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9E127-AC77-5298-A4D0-E0311E5E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88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D9B55-F9EA-ABA7-9FAD-F0D2CB4F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D4855-3C98-06A5-76DF-796D92CA7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BC926-7E29-5325-C628-C0658896F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CF4F7-45E3-8E61-44B9-FE3289B37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9083A-BB15-938E-933A-1A7186CF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35694-D693-4712-A5D6-1CEF80DF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3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EE12-865C-31DB-2A7D-1F93C4DB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AE455-3851-7B5E-B180-7A24A4633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D11F1-77B1-A9EE-98E9-185176640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19AC4-52B3-22E6-0C90-394E1433F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3487B-9444-EB19-E456-E71CBBFC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C7882-0F08-4C52-109A-63B0B761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29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4449-95AD-6712-8A52-C98EEAFB5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AD669-E118-F6ED-82B1-703E49A60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6F8C7-2F45-4021-843F-F268868F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38EEF-2F14-4381-735C-4AE697F3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3A5DB-EA5A-00FC-E12A-2109213D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3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12285-EA94-3635-0C20-13F04AD1D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38543-AACD-A57C-EC1F-EF73B6381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FD496-254D-D8E0-F96B-1605DC392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01DCC-17C2-54ED-5513-B78631F2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9B226-F397-A902-956F-644D98CE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64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99A27-1800-77D8-C621-A56EA04A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67697-2C72-8CA6-B797-8F0380D99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35E0E-B912-1ED9-6C9F-8F4886B75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FA689-8854-1743-ADDB-F91EA357455C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7423C-B38B-A120-648D-A5379965C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5B453-A431-3139-3473-E2105E31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0470F-96CA-4A44-B7B2-AB18D3B406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3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52DADA2-53EB-BDFE-C98A-5D3D0521CE8B}"/>
              </a:ext>
            </a:extLst>
          </p:cNvPr>
          <p:cNvGrpSpPr/>
          <p:nvPr/>
        </p:nvGrpSpPr>
        <p:grpSpPr>
          <a:xfrm>
            <a:off x="1582103" y="919928"/>
            <a:ext cx="2253440" cy="878246"/>
            <a:chOff x="8540312" y="2121676"/>
            <a:chExt cx="2253440" cy="87824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4E1E5E4-5D44-7F51-F0E4-C8ACCA6ED4E8}"/>
                </a:ext>
              </a:extLst>
            </p:cNvPr>
            <p:cNvSpPr/>
            <p:nvPr/>
          </p:nvSpPr>
          <p:spPr>
            <a:xfrm>
              <a:off x="8979435" y="2291384"/>
              <a:ext cx="1588851" cy="5571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A991A95-F69D-4AE7-FD5C-1D476A315D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0312" y="2121676"/>
              <a:ext cx="878246" cy="878246"/>
            </a:xfrm>
            <a:prstGeom prst="ellipse">
              <a:avLst/>
            </a:prstGeom>
            <a:gradFill flip="none" rotWithShape="1">
              <a:gsLst>
                <a:gs pos="100000">
                  <a:srgbClr val="E8790A"/>
                </a:gs>
                <a:gs pos="0">
                  <a:srgbClr val="FFC0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>
                <a:srgbClr val="FFC000"/>
              </a:glo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57701ED-E5A7-3E12-08C4-A7978DB4AA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73396" y="2309780"/>
              <a:ext cx="520356" cy="520356"/>
            </a:xfrm>
            <a:prstGeom prst="ellipse">
              <a:avLst/>
            </a:prstGeom>
            <a:gradFill flip="none" rotWithShape="1">
              <a:gsLst>
                <a:gs pos="100000">
                  <a:srgbClr val="E8790A"/>
                </a:gs>
                <a:gs pos="0">
                  <a:srgbClr val="FFC0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>
                <a:srgbClr val="FFC000"/>
              </a:glo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D99246D-CF98-5B88-8F5D-F3FC25E9ADE1}"/>
              </a:ext>
            </a:extLst>
          </p:cNvPr>
          <p:cNvGrpSpPr/>
          <p:nvPr/>
        </p:nvGrpSpPr>
        <p:grpSpPr>
          <a:xfrm>
            <a:off x="1348232" y="2144713"/>
            <a:ext cx="2219818" cy="1319730"/>
            <a:chOff x="8348468" y="1900935"/>
            <a:chExt cx="2219818" cy="131973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DD981AD-226A-412E-5BC3-AB7889674123}"/>
                </a:ext>
              </a:extLst>
            </p:cNvPr>
            <p:cNvSpPr/>
            <p:nvPr/>
          </p:nvSpPr>
          <p:spPr>
            <a:xfrm>
              <a:off x="8979435" y="2291384"/>
              <a:ext cx="1588851" cy="5571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C40960C7-1D04-63B5-EC53-27FDBF57B090}"/>
                </a:ext>
              </a:extLst>
            </p:cNvPr>
            <p:cNvSpPr>
              <a:spLocks noChangeAspect="1"/>
            </p:cNvSpPr>
            <p:nvPr/>
          </p:nvSpPr>
          <p:spPr>
            <a:xfrm rot="3282447">
              <a:off x="8348468" y="1900935"/>
              <a:ext cx="1319730" cy="1319730"/>
            </a:xfrm>
            <a:prstGeom prst="teardrop">
              <a:avLst>
                <a:gd name="adj" fmla="val 167869"/>
              </a:avLst>
            </a:prstGeom>
            <a:gradFill flip="none" rotWithShape="1">
              <a:gsLst>
                <a:gs pos="100000">
                  <a:srgbClr val="E8790A"/>
                </a:gs>
                <a:gs pos="0">
                  <a:srgbClr val="FFC0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>
                <a:srgbClr val="FFC000"/>
              </a:glo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Arrow: Down 20">
            <a:extLst>
              <a:ext uri="{FF2B5EF4-FFF2-40B4-BE49-F238E27FC236}">
                <a16:creationId xmlns:a16="http://schemas.microsoft.com/office/drawing/2014/main" id="{3287FBCF-AC67-4E7D-CC82-E5E68DC6CF3E}"/>
              </a:ext>
            </a:extLst>
          </p:cNvPr>
          <p:cNvSpPr/>
          <p:nvPr/>
        </p:nvSpPr>
        <p:spPr>
          <a:xfrm>
            <a:off x="2692086" y="1848691"/>
            <a:ext cx="247130" cy="521355"/>
          </a:xfrm>
          <a:prstGeom prst="downArrow">
            <a:avLst>
              <a:gd name="adj1" fmla="val 50000"/>
              <a:gd name="adj2" fmla="val 7794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D2CF5D-7B87-E5D3-C10D-1A455ACAD5B6}"/>
              </a:ext>
            </a:extLst>
          </p:cNvPr>
          <p:cNvSpPr>
            <a:spLocks noChangeAspect="1"/>
          </p:cNvSpPr>
          <p:nvPr/>
        </p:nvSpPr>
        <p:spPr>
          <a:xfrm>
            <a:off x="3315187" y="2571954"/>
            <a:ext cx="520356" cy="520356"/>
          </a:xfrm>
          <a:prstGeom prst="ellipse">
            <a:avLst/>
          </a:prstGeom>
          <a:gradFill flip="none" rotWithShape="1">
            <a:gsLst>
              <a:gs pos="100000">
                <a:srgbClr val="E8790A"/>
              </a:gs>
              <a:gs pos="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>
              <a:srgbClr val="FFC000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lipart - supernova">
            <a:extLst>
              <a:ext uri="{FF2B5EF4-FFF2-40B4-BE49-F238E27FC236}">
                <a16:creationId xmlns:a16="http://schemas.microsoft.com/office/drawing/2014/main" id="{8C7AA13B-25D8-9DC9-9909-88273B583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5" r="13234" b="7357"/>
          <a:stretch/>
        </p:blipFill>
        <p:spPr bwMode="auto">
          <a:xfrm>
            <a:off x="665919" y="3614582"/>
            <a:ext cx="1637092" cy="152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0E4A623-BF8A-966A-ABAD-7ACF3A769C19}"/>
              </a:ext>
            </a:extLst>
          </p:cNvPr>
          <p:cNvSpPr>
            <a:spLocks noChangeAspect="1"/>
          </p:cNvSpPr>
          <p:nvPr/>
        </p:nvSpPr>
        <p:spPr>
          <a:xfrm>
            <a:off x="3453176" y="3860405"/>
            <a:ext cx="789172" cy="789172"/>
          </a:xfrm>
          <a:prstGeom prst="ellipse">
            <a:avLst/>
          </a:prstGeom>
          <a:gradFill flip="none" rotWithShape="1">
            <a:gsLst>
              <a:gs pos="100000">
                <a:srgbClr val="E8790A"/>
              </a:gs>
              <a:gs pos="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>
              <a:srgbClr val="FFC000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71B9CA-EB36-F6F8-6FE1-DA226DC49CD8}"/>
              </a:ext>
            </a:extLst>
          </p:cNvPr>
          <p:cNvCxnSpPr/>
          <p:nvPr/>
        </p:nvCxnSpPr>
        <p:spPr>
          <a:xfrm flipH="1" flipV="1">
            <a:off x="2911613" y="4039975"/>
            <a:ext cx="506187" cy="1063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A9F86D-1186-1F33-FDD6-63868203C282}"/>
              </a:ext>
            </a:extLst>
          </p:cNvPr>
          <p:cNvCxnSpPr>
            <a:cxnSpLocks/>
          </p:cNvCxnSpPr>
          <p:nvPr/>
        </p:nvCxnSpPr>
        <p:spPr>
          <a:xfrm flipH="1">
            <a:off x="3065915" y="4308154"/>
            <a:ext cx="3288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D6F10C-9C33-2BBB-869E-2609B254ABFE}"/>
              </a:ext>
            </a:extLst>
          </p:cNvPr>
          <p:cNvCxnSpPr>
            <a:cxnSpLocks/>
          </p:cNvCxnSpPr>
          <p:nvPr/>
        </p:nvCxnSpPr>
        <p:spPr>
          <a:xfrm flipH="1">
            <a:off x="2923908" y="4439569"/>
            <a:ext cx="506567" cy="126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6F673DB-C809-FFBB-B022-393883F3EC3E}"/>
              </a:ext>
            </a:extLst>
          </p:cNvPr>
          <p:cNvSpPr>
            <a:spLocks noChangeAspect="1"/>
          </p:cNvSpPr>
          <p:nvPr/>
        </p:nvSpPr>
        <p:spPr>
          <a:xfrm>
            <a:off x="4265697" y="5113660"/>
            <a:ext cx="506567" cy="506567"/>
          </a:xfrm>
          <a:prstGeom prst="ellipse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>
              <a:srgbClr val="FFC000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CF58C8B-EA7E-5BA3-68A7-CE17D3A13434}"/>
              </a:ext>
            </a:extLst>
          </p:cNvPr>
          <p:cNvCxnSpPr/>
          <p:nvPr/>
        </p:nvCxnSpPr>
        <p:spPr>
          <a:xfrm flipH="1" flipV="1">
            <a:off x="3610077" y="5113660"/>
            <a:ext cx="506187" cy="1063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AC7F608-1045-159C-A18A-B01D86474686}"/>
              </a:ext>
            </a:extLst>
          </p:cNvPr>
          <p:cNvCxnSpPr>
            <a:cxnSpLocks/>
          </p:cNvCxnSpPr>
          <p:nvPr/>
        </p:nvCxnSpPr>
        <p:spPr>
          <a:xfrm flipH="1">
            <a:off x="3764379" y="5381839"/>
            <a:ext cx="3288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E3453C-9742-9CDD-E495-35D551403A85}"/>
              </a:ext>
            </a:extLst>
          </p:cNvPr>
          <p:cNvCxnSpPr>
            <a:cxnSpLocks/>
          </p:cNvCxnSpPr>
          <p:nvPr/>
        </p:nvCxnSpPr>
        <p:spPr>
          <a:xfrm flipH="1">
            <a:off x="3622372" y="5513254"/>
            <a:ext cx="506567" cy="126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A2E67E2-9B7B-B336-F82C-D087E27E79C2}"/>
              </a:ext>
            </a:extLst>
          </p:cNvPr>
          <p:cNvSpPr>
            <a:spLocks noChangeAspect="1"/>
          </p:cNvSpPr>
          <p:nvPr/>
        </p:nvSpPr>
        <p:spPr>
          <a:xfrm>
            <a:off x="1392395" y="4278374"/>
            <a:ext cx="192890" cy="192890"/>
          </a:xfrm>
          <a:prstGeom prst="ellipse">
            <a:avLst/>
          </a:prstGeom>
          <a:gradFill flip="none" rotWithShape="1">
            <a:gsLst>
              <a:gs pos="100000">
                <a:schemeClr val="accent4">
                  <a:lumMod val="20383"/>
                  <a:lumOff val="79617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 rad="78339">
              <a:schemeClr val="accent4">
                <a:lumMod val="40000"/>
                <a:lumOff val="60000"/>
                <a:alpha val="64861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Down 20">
            <a:extLst>
              <a:ext uri="{FF2B5EF4-FFF2-40B4-BE49-F238E27FC236}">
                <a16:creationId xmlns:a16="http://schemas.microsoft.com/office/drawing/2014/main" id="{73ECC34A-F5B3-5ACE-5559-E7BAB3FDA637}"/>
              </a:ext>
            </a:extLst>
          </p:cNvPr>
          <p:cNvSpPr/>
          <p:nvPr/>
        </p:nvSpPr>
        <p:spPr>
          <a:xfrm>
            <a:off x="2686441" y="3258423"/>
            <a:ext cx="247130" cy="521355"/>
          </a:xfrm>
          <a:prstGeom prst="downArrow">
            <a:avLst>
              <a:gd name="adj1" fmla="val 50000"/>
              <a:gd name="adj2" fmla="val 7794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0">
            <a:extLst>
              <a:ext uri="{FF2B5EF4-FFF2-40B4-BE49-F238E27FC236}">
                <a16:creationId xmlns:a16="http://schemas.microsoft.com/office/drawing/2014/main" id="{86DBBE7C-8A62-766B-013B-F6C6287414F2}"/>
              </a:ext>
            </a:extLst>
          </p:cNvPr>
          <p:cNvSpPr/>
          <p:nvPr/>
        </p:nvSpPr>
        <p:spPr>
          <a:xfrm rot="5400000">
            <a:off x="2754527" y="4859489"/>
            <a:ext cx="560659" cy="568012"/>
          </a:xfrm>
          <a:prstGeom prst="bentUpArrow">
            <a:avLst>
              <a:gd name="adj1" fmla="val 25000"/>
              <a:gd name="adj2" fmla="val 25000"/>
              <a:gd name="adj3" fmla="val 4363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8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8" grpId="0" animBg="1"/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D29A-BB84-B728-551C-9B695E86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76BAE3-CA4C-9B0B-8B09-FE0584AE36B7}"/>
              </a:ext>
            </a:extLst>
          </p:cNvPr>
          <p:cNvGrpSpPr/>
          <p:nvPr/>
        </p:nvGrpSpPr>
        <p:grpSpPr>
          <a:xfrm>
            <a:off x="2829476" y="253996"/>
            <a:ext cx="2253440" cy="878246"/>
            <a:chOff x="8540312" y="2121676"/>
            <a:chExt cx="2253440" cy="87824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820DEBF-2A2C-ED99-037C-1D8D591FB87C}"/>
                </a:ext>
              </a:extLst>
            </p:cNvPr>
            <p:cNvSpPr/>
            <p:nvPr/>
          </p:nvSpPr>
          <p:spPr>
            <a:xfrm>
              <a:off x="8979435" y="2291384"/>
              <a:ext cx="1588851" cy="5571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FB26C2A-039F-ADA1-0F4E-B96A6D7445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0312" y="2121676"/>
              <a:ext cx="878246" cy="878246"/>
            </a:xfrm>
            <a:prstGeom prst="ellipse">
              <a:avLst/>
            </a:prstGeom>
            <a:gradFill flip="none" rotWithShape="1">
              <a:gsLst>
                <a:gs pos="100000">
                  <a:srgbClr val="E8790A"/>
                </a:gs>
                <a:gs pos="0">
                  <a:srgbClr val="FFC0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>
                <a:srgbClr val="FFC000"/>
              </a:glo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9C7A1A1-7F41-3189-3E4B-9300D44B59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73396" y="2309780"/>
              <a:ext cx="520356" cy="520356"/>
            </a:xfrm>
            <a:prstGeom prst="ellipse">
              <a:avLst/>
            </a:prstGeom>
            <a:gradFill flip="none" rotWithShape="1">
              <a:gsLst>
                <a:gs pos="100000">
                  <a:srgbClr val="E8790A"/>
                </a:gs>
                <a:gs pos="0">
                  <a:srgbClr val="FFC0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>
                <a:srgbClr val="FFC000"/>
              </a:glo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Arrow: Down 20">
            <a:extLst>
              <a:ext uri="{FF2B5EF4-FFF2-40B4-BE49-F238E27FC236}">
                <a16:creationId xmlns:a16="http://schemas.microsoft.com/office/drawing/2014/main" id="{FFAE3C74-BE76-670B-BFC2-76EB30D1A8CB}"/>
              </a:ext>
            </a:extLst>
          </p:cNvPr>
          <p:cNvSpPr/>
          <p:nvPr/>
        </p:nvSpPr>
        <p:spPr>
          <a:xfrm>
            <a:off x="3939459" y="1182759"/>
            <a:ext cx="247130" cy="521355"/>
          </a:xfrm>
          <a:prstGeom prst="downArrow">
            <a:avLst>
              <a:gd name="adj1" fmla="val 50000"/>
              <a:gd name="adj2" fmla="val 7794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D39CF6-E7A1-C1A5-F1A4-25C169A166B1}"/>
              </a:ext>
            </a:extLst>
          </p:cNvPr>
          <p:cNvGrpSpPr/>
          <p:nvPr/>
        </p:nvGrpSpPr>
        <p:grpSpPr>
          <a:xfrm>
            <a:off x="2595605" y="1415632"/>
            <a:ext cx="2487311" cy="1319730"/>
            <a:chOff x="2595605" y="1478781"/>
            <a:chExt cx="2487311" cy="13197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178446-1349-2046-E473-B3359EC4415E}"/>
                </a:ext>
              </a:extLst>
            </p:cNvPr>
            <p:cNvGrpSpPr/>
            <p:nvPr/>
          </p:nvGrpSpPr>
          <p:grpSpPr>
            <a:xfrm>
              <a:off x="2595605" y="1478781"/>
              <a:ext cx="2219818" cy="1319730"/>
              <a:chOff x="8348468" y="1900935"/>
              <a:chExt cx="2219818" cy="131973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8DAF3F5-11B5-8C7A-DDF0-A32192C1E34F}"/>
                  </a:ext>
                </a:extLst>
              </p:cNvPr>
              <p:cNvSpPr/>
              <p:nvPr/>
            </p:nvSpPr>
            <p:spPr>
              <a:xfrm>
                <a:off x="8979435" y="2291384"/>
                <a:ext cx="1588851" cy="5571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ardrop 9">
                <a:extLst>
                  <a:ext uri="{FF2B5EF4-FFF2-40B4-BE49-F238E27FC236}">
                    <a16:creationId xmlns:a16="http://schemas.microsoft.com/office/drawing/2014/main" id="{3C7D8610-E817-0815-5107-AC74751C13A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282447">
                <a:off x="8348468" y="1900935"/>
                <a:ext cx="1319730" cy="1319730"/>
              </a:xfrm>
              <a:prstGeom prst="teardrop">
                <a:avLst>
                  <a:gd name="adj" fmla="val 167869"/>
                </a:avLst>
              </a:prstGeom>
              <a:gradFill flip="none" rotWithShape="1">
                <a:gsLst>
                  <a:gs pos="100000">
                    <a:srgbClr val="E8790A"/>
                  </a:gs>
                  <a:gs pos="0">
                    <a:srgbClr val="FFC00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glow>
                  <a:srgbClr val="FFC000"/>
                </a:glow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D0D611-4CA8-6CD4-90DC-3745E95783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2560" y="1906022"/>
              <a:ext cx="520356" cy="520356"/>
            </a:xfrm>
            <a:prstGeom prst="ellipse">
              <a:avLst/>
            </a:prstGeom>
            <a:gradFill flip="none" rotWithShape="1">
              <a:gsLst>
                <a:gs pos="100000">
                  <a:srgbClr val="E8790A"/>
                </a:gs>
                <a:gs pos="0">
                  <a:srgbClr val="FFC0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>
                <a:srgbClr val="FFC000"/>
              </a:glo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2" descr="Clipart - supernova">
            <a:extLst>
              <a:ext uri="{FF2B5EF4-FFF2-40B4-BE49-F238E27FC236}">
                <a16:creationId xmlns:a16="http://schemas.microsoft.com/office/drawing/2014/main" id="{7EB0DB5A-39C4-9699-A4E4-A1C5D1D0A7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5" r="13234" b="7357"/>
          <a:stretch/>
        </p:blipFill>
        <p:spPr bwMode="auto">
          <a:xfrm>
            <a:off x="3746135" y="3216017"/>
            <a:ext cx="1637092" cy="152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89D77BD2-AC98-F879-3B9A-DF90E728792B}"/>
              </a:ext>
            </a:extLst>
          </p:cNvPr>
          <p:cNvSpPr>
            <a:spLocks noChangeAspect="1"/>
          </p:cNvSpPr>
          <p:nvPr/>
        </p:nvSpPr>
        <p:spPr>
          <a:xfrm>
            <a:off x="6144010" y="3560579"/>
            <a:ext cx="789172" cy="789172"/>
          </a:xfrm>
          <a:prstGeom prst="ellipse">
            <a:avLst/>
          </a:prstGeom>
          <a:gradFill flip="none" rotWithShape="1">
            <a:gsLst>
              <a:gs pos="100000">
                <a:srgbClr val="E8790A"/>
              </a:gs>
              <a:gs pos="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>
              <a:srgbClr val="FFC000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D7AB80-17D2-3875-D75A-FC6A6145114B}"/>
              </a:ext>
            </a:extLst>
          </p:cNvPr>
          <p:cNvCxnSpPr/>
          <p:nvPr/>
        </p:nvCxnSpPr>
        <p:spPr>
          <a:xfrm flipH="1" flipV="1">
            <a:off x="5602447" y="3740149"/>
            <a:ext cx="506187" cy="1063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353D76-8671-178E-7D46-62B80DF47E41}"/>
              </a:ext>
            </a:extLst>
          </p:cNvPr>
          <p:cNvCxnSpPr>
            <a:cxnSpLocks/>
          </p:cNvCxnSpPr>
          <p:nvPr/>
        </p:nvCxnSpPr>
        <p:spPr>
          <a:xfrm flipH="1">
            <a:off x="5756749" y="4008328"/>
            <a:ext cx="3288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309C58-6042-96F1-0EEC-3A239BDBB884}"/>
              </a:ext>
            </a:extLst>
          </p:cNvPr>
          <p:cNvCxnSpPr>
            <a:cxnSpLocks/>
          </p:cNvCxnSpPr>
          <p:nvPr/>
        </p:nvCxnSpPr>
        <p:spPr>
          <a:xfrm flipH="1">
            <a:off x="5614742" y="4139743"/>
            <a:ext cx="506567" cy="126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5ED1285-4474-F309-7D8B-4F63A782948A}"/>
              </a:ext>
            </a:extLst>
          </p:cNvPr>
          <p:cNvSpPr>
            <a:spLocks noChangeAspect="1"/>
          </p:cNvSpPr>
          <p:nvPr/>
        </p:nvSpPr>
        <p:spPr>
          <a:xfrm>
            <a:off x="6956531" y="4813834"/>
            <a:ext cx="506567" cy="506567"/>
          </a:xfrm>
          <a:prstGeom prst="ellipse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>
              <a:srgbClr val="FFC000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A5B60D-EDF1-BD3F-45A3-DD9AAB77830E}"/>
              </a:ext>
            </a:extLst>
          </p:cNvPr>
          <p:cNvCxnSpPr/>
          <p:nvPr/>
        </p:nvCxnSpPr>
        <p:spPr>
          <a:xfrm flipH="1" flipV="1">
            <a:off x="6300911" y="4813834"/>
            <a:ext cx="506187" cy="1063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80DADB-C2CA-AEF6-F75C-382392AE7719}"/>
              </a:ext>
            </a:extLst>
          </p:cNvPr>
          <p:cNvCxnSpPr>
            <a:cxnSpLocks/>
          </p:cNvCxnSpPr>
          <p:nvPr/>
        </p:nvCxnSpPr>
        <p:spPr>
          <a:xfrm flipH="1">
            <a:off x="6455213" y="5082013"/>
            <a:ext cx="3288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184FC2-4852-4638-1B95-1FE521E5E510}"/>
              </a:ext>
            </a:extLst>
          </p:cNvPr>
          <p:cNvCxnSpPr>
            <a:cxnSpLocks/>
          </p:cNvCxnSpPr>
          <p:nvPr/>
        </p:nvCxnSpPr>
        <p:spPr>
          <a:xfrm flipH="1">
            <a:off x="6313206" y="5213428"/>
            <a:ext cx="506567" cy="126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3F734B07-0FA7-D6B1-D9A8-ADBA5854EB45}"/>
              </a:ext>
            </a:extLst>
          </p:cNvPr>
          <p:cNvSpPr>
            <a:spLocks noChangeAspect="1"/>
          </p:cNvSpPr>
          <p:nvPr/>
        </p:nvSpPr>
        <p:spPr>
          <a:xfrm>
            <a:off x="4472611" y="3879809"/>
            <a:ext cx="192890" cy="192890"/>
          </a:xfrm>
          <a:prstGeom prst="ellipse">
            <a:avLst/>
          </a:prstGeom>
          <a:gradFill flip="none" rotWithShape="1">
            <a:gsLst>
              <a:gs pos="100000">
                <a:schemeClr val="accent4">
                  <a:lumMod val="20383"/>
                  <a:lumOff val="79617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 rad="78339">
              <a:schemeClr val="accent4">
                <a:lumMod val="40000"/>
                <a:lumOff val="60000"/>
                <a:alpha val="64861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Down 20">
            <a:extLst>
              <a:ext uri="{FF2B5EF4-FFF2-40B4-BE49-F238E27FC236}">
                <a16:creationId xmlns:a16="http://schemas.microsoft.com/office/drawing/2014/main" id="{F5CE2CBE-2C7B-F52F-5384-09EF2E9ECC57}"/>
              </a:ext>
            </a:extLst>
          </p:cNvPr>
          <p:cNvSpPr/>
          <p:nvPr/>
        </p:nvSpPr>
        <p:spPr>
          <a:xfrm>
            <a:off x="4016005" y="2651503"/>
            <a:ext cx="138456" cy="3062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0">
            <a:extLst>
              <a:ext uri="{FF2B5EF4-FFF2-40B4-BE49-F238E27FC236}">
                <a16:creationId xmlns:a16="http://schemas.microsoft.com/office/drawing/2014/main" id="{BD8DB553-A615-7801-DF73-896C3ADEB7EF}"/>
              </a:ext>
            </a:extLst>
          </p:cNvPr>
          <p:cNvSpPr/>
          <p:nvPr/>
        </p:nvSpPr>
        <p:spPr>
          <a:xfrm rot="5400000">
            <a:off x="5326754" y="4582991"/>
            <a:ext cx="560659" cy="568012"/>
          </a:xfrm>
          <a:prstGeom prst="bentUpArrow">
            <a:avLst>
              <a:gd name="adj1" fmla="val 25000"/>
              <a:gd name="adj2" fmla="val 25000"/>
              <a:gd name="adj3" fmla="val 4363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A27260-D25B-BBEE-B77D-6BC55CF42049}"/>
              </a:ext>
            </a:extLst>
          </p:cNvPr>
          <p:cNvSpPr>
            <a:spLocks noChangeAspect="1"/>
          </p:cNvSpPr>
          <p:nvPr/>
        </p:nvSpPr>
        <p:spPr>
          <a:xfrm>
            <a:off x="2174085" y="3399155"/>
            <a:ext cx="1155278" cy="1155278"/>
          </a:xfrm>
          <a:prstGeom prst="ellipse">
            <a:avLst/>
          </a:prstGeom>
          <a:gradFill flip="none" rotWithShape="1">
            <a:gsLst>
              <a:gs pos="100000">
                <a:srgbClr val="E8790A"/>
              </a:gs>
              <a:gs pos="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>
              <a:srgbClr val="FFC000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2666B3B-0EA5-145B-CA8F-A497FBA8B594}"/>
              </a:ext>
            </a:extLst>
          </p:cNvPr>
          <p:cNvSpPr>
            <a:spLocks noChangeAspect="1"/>
          </p:cNvSpPr>
          <p:nvPr/>
        </p:nvSpPr>
        <p:spPr>
          <a:xfrm>
            <a:off x="2492794" y="5298382"/>
            <a:ext cx="506567" cy="506567"/>
          </a:xfrm>
          <a:prstGeom prst="ellipse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>
              <a:srgbClr val="FFC000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Arrow: Down 20">
            <a:extLst>
              <a:ext uri="{FF2B5EF4-FFF2-40B4-BE49-F238E27FC236}">
                <a16:creationId xmlns:a16="http://schemas.microsoft.com/office/drawing/2014/main" id="{6F794EEF-DEEE-7FEF-0A1C-6E126578C3F1}"/>
              </a:ext>
            </a:extLst>
          </p:cNvPr>
          <p:cNvSpPr/>
          <p:nvPr/>
        </p:nvSpPr>
        <p:spPr>
          <a:xfrm>
            <a:off x="2622513" y="4681111"/>
            <a:ext cx="247130" cy="521355"/>
          </a:xfrm>
          <a:prstGeom prst="downArrow">
            <a:avLst>
              <a:gd name="adj1" fmla="val 50000"/>
              <a:gd name="adj2" fmla="val 7794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0E70BAB-57A1-7206-B31B-73CC9E4B031A}"/>
              </a:ext>
            </a:extLst>
          </p:cNvPr>
          <p:cNvCxnSpPr>
            <a:cxnSpLocks/>
          </p:cNvCxnSpPr>
          <p:nvPr/>
        </p:nvCxnSpPr>
        <p:spPr>
          <a:xfrm>
            <a:off x="3608841" y="3291674"/>
            <a:ext cx="0" cy="2491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Bent-Up Arrow 50">
            <a:extLst>
              <a:ext uri="{FF2B5EF4-FFF2-40B4-BE49-F238E27FC236}">
                <a16:creationId xmlns:a16="http://schemas.microsoft.com/office/drawing/2014/main" id="{695F988F-CE87-A6A2-BCE6-8907462AC201}"/>
              </a:ext>
            </a:extLst>
          </p:cNvPr>
          <p:cNvSpPr/>
          <p:nvPr/>
        </p:nvSpPr>
        <p:spPr>
          <a:xfrm rot="10800000">
            <a:off x="2651731" y="2922841"/>
            <a:ext cx="1173589" cy="434441"/>
          </a:xfrm>
          <a:prstGeom prst="bentUpArrow">
            <a:avLst>
              <a:gd name="adj1" fmla="val 25000"/>
              <a:gd name="adj2" fmla="val 25000"/>
              <a:gd name="adj3" fmla="val 4457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Bent-Up Arrow 51">
            <a:extLst>
              <a:ext uri="{FF2B5EF4-FFF2-40B4-BE49-F238E27FC236}">
                <a16:creationId xmlns:a16="http://schemas.microsoft.com/office/drawing/2014/main" id="{4D302D55-BB87-0C09-CB16-CF656109D57F}"/>
              </a:ext>
            </a:extLst>
          </p:cNvPr>
          <p:cNvSpPr/>
          <p:nvPr/>
        </p:nvSpPr>
        <p:spPr>
          <a:xfrm rot="10800000" flipH="1">
            <a:off x="3758676" y="2922846"/>
            <a:ext cx="1748989" cy="434441"/>
          </a:xfrm>
          <a:prstGeom prst="bentUpArrow">
            <a:avLst>
              <a:gd name="adj1" fmla="val 25000"/>
              <a:gd name="adj2" fmla="val 25000"/>
              <a:gd name="adj3" fmla="val 4702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3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8" grpId="0" animBg="1"/>
      <p:bldP spid="29" grpId="0" animBg="1"/>
      <p:bldP spid="4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Wagg</dc:creator>
  <cp:lastModifiedBy>Tom Wagg</cp:lastModifiedBy>
  <cp:revision>2</cp:revision>
  <dcterms:created xsi:type="dcterms:W3CDTF">2026-06-26T19:42:20Z</dcterms:created>
  <dcterms:modified xsi:type="dcterms:W3CDTF">2026-07-07T21:31:03Z</dcterms:modified>
</cp:coreProperties>
</file>